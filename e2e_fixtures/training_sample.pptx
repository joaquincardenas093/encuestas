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35</c:v>
                </c:pt>
                <c:pt idx="2">
                  <c:v>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1828800" y="1371600"/>
          <a:ext cx="4572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57200" y="5943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El 75%% de los encuestados conoce la marca.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9144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